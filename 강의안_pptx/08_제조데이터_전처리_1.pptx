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제조 데이터 전처리 (1)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7차시 | Part II. 기초 수리와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**결측치**를 탐지하고 적절히 처리한다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**이상치**를 탐지하는 방법을 적용한다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상황에 맞는 **전처리 전략**을 선택한다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왜 전처리가 중요한가?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 분석의 현실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전체 프로젝트 시간 배분: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데이터 수집·전처리: 60~80%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모델링: 10~20%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평가·배포: 10~20%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**"Garbage In, Garbage Out"**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나쁜 데이터 → 나쁜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결측치 (Missing Values)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비어있는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현장에서 발생 원인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**센서 오류**: 통신 두절, 배터리 방전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**입력 누락**: 수기 입력 시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**시스템 장애**: PLC, MES 연결 끊김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**정상 결측**: 특정 조건에서만 측정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pandas에서의 표현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np.nan, None, pd.NA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결측치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pandas 메서드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열별 결측치 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df.isnull().sum()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결측치 비율 (%)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(df.isnull().sum() / len(df) * 100).round(2)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결측치 있는 행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df[df.isnull().any(axis=1)]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전체 정보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df.info()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결측치 처리 전략 1: 삭제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결측치가 적을 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결측치 있는 행 삭제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 = df.dropna()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특정 열에 결측치 있으면 삭제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 = df.dropna(subset=['생산량', '온도'])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모든 값이 결측인 행만 삭제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 = df.dropna(how='all')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사용 시점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결측치 비율 &lt; 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무작위 결측일 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결측치 처리 전략 2: 대체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Imputation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평균으로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df['온도'].fillna(df['온도'].mean(), inplace=True)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중앙값으로 대체 (이상치에 강건)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df['온도'].fillna(df['온도'].median(), inplace=True)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최빈값으로 대체 (범주형)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df['등급'].fillna(df['등급'].mode()[0], inplace=True)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앞/뒤 값으로 대체 (시계열)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df['센서값'] = df['센서값'].ffill()  # 앞 값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df['센서값'] = df['센서값'].bfill()  # 뒤 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결측치 처리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비율별 권장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결측 비율 | 권장 방법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&lt; 5% | 삭제 또는 평균/중앙값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5 ~ 20% | 중앙값 대체, 보간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&gt; 20% | 열 삭제 고려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핵심 원칙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 패턴 먼저 파악 (무작위? 체계적?)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도메인 지식 활용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대체 전후 분포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이상치 (Outliers)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비정상적으로 극단적인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제조 현장에서 발생 원인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**측정 오류**: 센서 고장, 캘리브레이션 불량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**입력 실수**: 단위 오류, 오타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**실제 극단값**: 공정 이탈, 설비 고장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**시스템 이상**: 리셋 값, 오버플로우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중요 질문: 이상치가 **오류**인가, **중요한 신호**인가?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이상치 탐지 방법 1: IQR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사분위수 범위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Q1 = df['생산량'].quantile(0.25)  # 25%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Q3 = df['생산량'].quantile(0.75)  # 75%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IQR = Q3 - Q1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경계값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lower = Q1 - 1.5 * IQR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upper = Q3 + 1.5 * IQR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이상치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outliers = (df['생산량'] &lt; lower) | (df['생산량'] &gt; upper)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개수: {outliers.sum()}")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상자그림(Boxplot)과 동일한 기준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이상치 탐지 방법 2: Z-score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표준점수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mean = df['생산량'].mean()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std = df['생산량'].std()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Z-score 계산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z_scores = (df['생산량'] - mean) / 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이상치 탐지 (|Z| &gt; 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outliers = np.abs(z_scores) &gt; 3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개수: {outliers.sum()}")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Z-score | 해석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\ | Z\ | &gt; 2 | 상위/하위 5% (주의)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\ | Z\ | &gt; 3 | 상위/하위 0.3% (이상치)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이상치 처리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상황별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1. 삭제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 = df[~outliers]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상/하한 클리핑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df['생산량'] = df['생산량'].clip(lower, upper)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대체 (중앙값)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median = df['생산량'].median()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df.loc[outliers, '생산량'] = median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4. 별도 플래그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df['이상치_여부'] = outliers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이상치 처리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무조건 제거하지 말 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분석 목적에 따라 다름: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불량품 예측 → 이상치가 핵심 정보!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평균 생산량 추정 → 이상치 제거 고려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이상 탐지 시스템 → 이상치를 찾는 게 목적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체크리스트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도메인 전문가와 상의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원인 파악 먼저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전후 분포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이론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결측치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**탐지**: isnull(), info()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**처리**: 삭제(dropna), 대체(fillna)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이상치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**탐지**: IQR, Z-score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**처리**: 삭제, 클리핑, 대체, 플래그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핵심 원칙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이해 먼저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도메인 지식 활용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전후 비교 필수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제조 데이터 전처리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실습 목표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결측치 탐지 및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이상치 탐지 및 처리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전처리 전후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실습 환경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plt.rcParams['font.family'] = 'Malgun Gothic'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plt.rcParams['axes.unicode_minus'] = 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결측치 있는 데이터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샘플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np.random.seed(42)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 = 100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'일자': pd.date_range('2024-01-01', periods=n),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'온도': np.random.normal(85, 5,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'생산량': np.random.normal(1200, 50,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'불량수': np.random.poisson(30, n),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'라인': np.random.choice(['A', 'B', 'C'], n)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결측치 삽입 (10%)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missing_idx = np.random.choice(n, 10, replace=False)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df.loc[missing_idx, '온도'] = np.nan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missing_idx2 = np.random.choice(n, 5, replace=False)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df.loc[missing_idx2, '생산량'] = np.nan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print(df.head(10))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결측치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탐색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열별 결측치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결측치 현황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print(df.isnull().sum())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 비율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missing_ratio = (df.isnull().sum() / len(df) * 100).round(2)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결측 비율 (%)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print(missing_ratio)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결측치 시각화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plt.figure(figsize=(10, 4))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df.isnull().sum().plot(kind='bar', color='coral')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plt.ylabel('결측치 수')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plt.title('열별 결측치 현황')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결측치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전략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원본 보존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 = df.copy()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온도: 중앙값으로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temp_median = df_clean['온도'].median()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df_clean['온도'].fillna(temp_median, inplace=True)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print(f"온도 결측치를 {temp_median:.1f}도로 대체")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생산량: 평균으로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prod_mean = df_clean['생산량'].mean()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df_clean['생산량'].fillna(prod_mean, inplace=True)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print(f"생산량 결측치를 {prod_mean:.0f}개로 대체")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결과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print(f"\n처리 후 결측치: {df_clean.isnull().sum().sum()}개")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이상치 삽입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테스트용 이상치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이상치 삽입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df_clean.loc[5, '생산량'] = 2000   # 매우 높음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df_clean.loc[15, '생산량'] = 500   # 매우 낮음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df_clean.loc[25, '온도'] = 120     # 비정상 온도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print("이상치가 삽입된 행:")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print(df_clean.loc[[5, 15, 25], ['온도', '생산량']])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5: IQR로 이상치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생산량 이상치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Q1 = df_clean['생산량'].quantile(0.25)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Q3 = df_clean['생산량'].quantile(0.75)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IQR = Q3 - Q1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lower = Q1 - 1.5 * IQR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upper = Q3 + 1.5 * IQR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outliers_iqr = (df_clean['생산량'] &lt; lower) | (df_clean['생산량'] &gt; upper)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IQR 방법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print(f"Q1: {Q1:.0f}, Q3: {Q3:.0f}, IQR: {IQR:.0f}")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print(f"하한: {lower:.0f}, 상한: {upper:.0f}")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개수: {outliers_iqr.sum()}개")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인덱스: {df_clean[outliers_iqr].index.tolist()}")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6: Z-score로 이상치 탐지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온도 이상치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mean = df_clean['온도'].mean()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std = df_clean['온도'].std()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z_scores = (df_clean['온도'] - mean) / std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outliers_z = np.abs(z_scores) &gt; 2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Z-score 방법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print(f"평균: {mean:.1f}, 표준편차: {std:.1f}")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print(f"이상치 개수 (|Z|&gt;2): {outliers_z.sum()}개")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이상치 상세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print("\n이상치 상세:")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outlier_df = df_clean[outliers_z][['온도']].copy()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outlier_df['Z-score'] = z_scores[outliers_z]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print(outlier_df)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7: 이상치 시각화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상자그림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fig, axes = plt.subplots(1, 2, figsize=(12, 5))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생산량 상자그림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axes[0].boxplot(df_clean['생산량'])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axes[0].set_ylabel('생산량')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axes[0].set_title('생산량 분포 (이상치 포함)')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온도 상자그림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axes[1].boxplot(df_clean['온도'])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axes[1].set_ylabel('온도')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axes[1].set_title('온도 분포 (이상치 포함)')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8: 이상치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클리핑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생산량: 클리핑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 = df_clean.copy()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df_final['생산량'] = df_final['생산량'].clip(lower, upper)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온도: Z-score 기준 이상치를 중앙값으로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temp_median = df_final['온도'].median()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df_final.loc[outliers_z, '온도'] = temp_median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print("=== 처리 결과 ===")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print(f"생산량 범위: {df_final['생산량'].min():.0f} ~ {df_final['생산량'].max():.0f}")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print(f"온도 범위: {df_final['온도'].min():.1f} ~ {df_final['온도'].max():.1f}")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9: 전후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분포 변화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fig, axes = plt.subplots(2, 2, figsize=(12, 10))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처리 전 생산량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0].hist(df_clean['생산량'],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0].set_title('처리 전 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처리 후 생산량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1].hist(df_final['생산량'],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axes[0, 1].set_title('처리 후 생산량')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처리 전 온도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0].hist(df_clean['온도'],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0].set_title('처리 전 온도')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처리 후 온도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1].hist(df_final['온도'], bins=20, edgecolor='black', alpha=0.7)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axes[1, 1].set_title('처리 후 온도')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plt.tight_layout()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plt.show()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10: 전처리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종합 리포트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         데이터 전처리 요약 리포트")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print(f"\n[원본 데이터]")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print(f"행 수: {len(df)}")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print(f"결측치: 온도 {df['온도'].isnull().sum()}개, 생산량 {df['생산량'].isnull().sum()}개")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print(f"\n[처리 내용]")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print(f"- 온도 결측치: 중앙값({temp_median:.1f})으로 대체")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print(f"- 생산량 결측치: 평균({prod_mean:.0f})으로 대체")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print(f"- 생산량 이상치: 클리핑({lower:.0f}~{upper:.0f})")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print(f"- 온도 이상치: 중앙값으로 대체")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print(f"\n[최종 데이터]")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print(f"결측치: {df_final.isnull().sum().sum()}개")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print("=" * 50)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핵심 체크포인트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결측치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isnull().sum()으로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fillna()로 대체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비율에 따라 전략 선택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이상치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IQR 또는 Z-score로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clip()으로 클리핑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[ ] 도메인에 따라 처리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8차시: 제조 데이터 전처리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B82F6"/>
                </a:solidFill>
              </a:defRPr>
            </a:pPr>
            <a:r>
              <a:t>학습 내용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데이터 정규화와 표준화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범주형 데이터 인코딩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피처 엔지니어링 기초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준비물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오늘 배운 코드 복습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sklearn 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정리 및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오늘의 핵심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**결측치**: 탐지(isnull) → 처리(dropna/fillna)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**이상치**: 탐지(IQR/Z-score) → 처리(clip/대체)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**원칙**: 데이터 이해 → 도메인 지식 → 전후 비교</a:t>
            </a:r>
          </a:p>
          <a:p>
            <a:pPr>
              <a:defRPr b="1" sz="1400">
                <a:solidFill>
                  <a:srgbClr val="3B82F6"/>
                </a:solidFill>
              </a:defRPr>
            </a:pPr>
            <a:r>
              <a:t>자주 하는 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결측치를 0으로 채우는 것 (의미 왜곡)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이상치를 무조건 제거하는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7차시: 제조 데이터 전처리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**다음 시간에 스케일링과 인코딩을 배워봅시다!**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