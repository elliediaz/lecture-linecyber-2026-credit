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977639" y="1371600"/>
            <a:ext cx="118872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10차시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E40AF"/>
                </a:solidFill>
              </a:defRPr>
            </a:pPr>
            <a:r>
              <a:t>제조 데이터 탐색 분석 종합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748B"/>
                </a:solidFill>
              </a:defRPr>
            </a:pPr>
            <a:r>
              <a:t>9차시 | Part II. 기초 수리와 데이터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10차시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학습목표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이 차시를 마치면 다음을 할 수 있습니다: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1. **EDA의 전체 흐름**을 이해한다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2. 데이터에서 **인사이트를 도출**한다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3. **제조 데이터**를 종합적으로 분석한다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10차시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EDA란?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Exploratory Data Analysis (탐색적 데이터 분석)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i="1" sz="1200">
                <a:solidFill>
                  <a:srgbClr val="000000"/>
                </a:solidFill>
              </a:defRPr>
            </a:pPr>
            <a:r>
              <a:t>데이터를 **탐색**하여 패턴, 이상치, 관계를 **발견**하는 과정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목적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1. 데이터 이해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2. 가설 수립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3. 모델링 방향 설정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4. 데이터 품질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10차시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EDA 5단계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체계적 접근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1. 데이터 로드 및 개요 파악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↓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2. 단변량 분석 (각 변수 개별 분석)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↓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3. 이변량 분석 (변수 간 관계)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↓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4. 다변량 분석 (여러 변수 동시)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↓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5. 인사이트 정리 및 가설 수립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10차시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1단계: 데이터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첫인상 파악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기본 정보 확인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df.shape           # 크기 (행, 열)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df.dtypes          # 데이터 타입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df.head()          # 샘플 확인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df.info()          # 요약 정보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df.describe()      # 기술통계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df.isnull().sum()  # 결측치 현황</a:t>
            </a:r>
          </a:p>
          <a:p>
            <a:pPr>
              <a:defRPr i="1" sz="1200">
                <a:solidFill>
                  <a:srgbClr val="000000"/>
                </a:solidFill>
              </a:defRPr>
            </a:pPr>
            <a:r>
              <a:t>데이터와 처음 만나면 "인사"부터!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10차시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2단계: 단변량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각 변수 개별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수치형 변수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**히스토그램**: 분포 형태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**상자그림**: 이상치, 범위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**기술통계**: 평균, 중앙값, 표준편차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범주형 변수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**빈도표**: value_counts()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**막대그래프**: 범주별 빈도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10차시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3단계: 이변량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두 변수 관계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수치 vs 수치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산점도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상관계수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범주 vs 수치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그룹별 상자그림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그룹별 평균 비교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범주 vs 범주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교차표 (crosstab)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히트맵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10차시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4단계: 다변량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여러 변수 동시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상관행렬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df.corr()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피벗 테이블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df.pivot_table(values='불량률',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index='라인',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columns='시간대',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aggfunc='mean')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그룹별 집계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df.groupby(['라인', '시간대'])['불량률'].mean()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10차시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5단계: 인사이트 도출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발견한 패턴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좋은 인사이트의 특징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특징 | 나쁜 예 | 좋은 예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10차시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10차시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10차시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구체적 | "불량률이 높다" | "라인 B 불량률이 평균 대비 2%p 높음"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실행 가능 | "품질을 개선해야 한다" | "온도 85도 이상 시 경고 알람 설정"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데이터 기반 | "아마 그럴 것 같다" | "상관계수 0.42, p&lt;0.05로 유의"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10차시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EDA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빠뜨리지 않기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[ ] 결측치 확인 및 처리 방안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이상치 확인 및 처리 방안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각 변수의 분포 확인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타겟 변수와의 관계 확인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변수 간 상관관계 확인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시간적 패턴 확인 (시계열인 경우)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그룹별 차이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10차시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이론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Part II 핵심 복습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차시 | 주제 | 핵심 도구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10차시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10차시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10차시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-|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4 | 데이터 요약과 시각화 | Matplotlib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5 | 확률분포와 품질 검정 | scipy.stats, t-test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6 | 상관분석과 예측의 기초 | corrcoef, LinearRegression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7-8 | 제조 데이터 전처리 | 결측치, 이상치, 스케일링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9 | EDA 종합 | 전체 워크플로우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977639" y="1371600"/>
            <a:ext cx="118872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10차시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40AF"/>
                </a:solidFill>
              </a:defRPr>
            </a:pPr>
            <a:r>
              <a:t>- 실습편 -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10차시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시나리오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품질관리팀 요청: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"최근 불량률이 증가하고 있습니다.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어떤 요인이 불량에 영향을 미치는지 분석해주세요."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데이터: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6개월 간 생산 데이터 (1,000건)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변수: 날짜, 라인, 시간대, 온도, 습도, 생산량, 불량수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10차시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환경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라이브러리 준비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import numpy as np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import pandas as pd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import matplotlib.pyplot as plt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from scipy import stats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plt.rcParams['font.family'] = 'Malgun Gothic'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plt.rcParams['axes.unicode_minus'] = False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10차시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1: 데이터 로드 및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첫인상 파악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데이터 로드 (실습에서는 생성)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print(f"데이터 크기: {df.shape}")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print(df.info())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print(df.describe())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결측치 확인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print("결측치 현황:")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print(df.isnull().sum())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10차시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2: 단변량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불량률 분포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히스토그램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plt.hist(df['불량률']*100, bins=30, edgecolor='black')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plt.axvline(df['불량률'].mean()*100, color='red',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linestyle='--', label='평균')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plt.xlabel('불량률 (%)')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plt.ylabel('빈도')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plt.title('불량률 분포')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plt.legend()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plt.show()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10차시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3: 범주별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라인별, 시간대별 불량률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라인별 평균 불량률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line_defect = df.groupby('라인')['불량률'].mean() * 100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print(line_defect)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막대그래프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line_defect.plot(kind='bar', color='steelblue')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plt.ylabel('불량률 (%)')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plt.title('라인별 평균 불량률')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plt.show()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10차시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4: 상관관계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온도와 불량률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산점도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plt.scatter(df['온도'], df['불량률']*100, alpha=0.3)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plt.xlabel('온도 (°C)')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plt.ylabel('불량률 (%)')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plt.title('온도 vs 불량률')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상관계수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r = df['온도'].corr(df['불량률'])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print(f"상관계수: {r:.4f}")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10차시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5: 다변량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라인 x 시간대 피벗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피벗 테이블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pivot = df.pivot_table(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values='불량률',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index='라인',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columns='시간대',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aggfunc='mean'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) * 100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print(pivot.round(2))</a:t>
            </a:r>
          </a:p>
          <a:p>
            <a:pPr>
              <a:defRPr i="1" sz="1200">
                <a:solidFill>
                  <a:srgbClr val="000000"/>
                </a:solidFill>
              </a:defRPr>
            </a:pPr>
            <a:r>
              <a:t>라인 B + 오후 조합이 가장 높은가?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10차시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6: 통계적 검정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라인 B vs 다른 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from scipy import stats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line_b = df[df['라인'] == 'B']['불량률']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line_other = df[df['라인'] != 'B']['불량률']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t_stat, p_value = stats.ttest_ind(line_b, line_other)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print(f"p-value: {p_value:.6f}")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if p_value &lt; 0.05: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print("→ 라인 B의 불량률이 통계적으로 유의미하게 다름")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10차시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7: 인사이트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분석 결과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[주요 발견사항]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1. 라인별 차이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라인 B 불량률이 평균 대비 약 X%p 높음 (p &lt; 0.05)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2. 시간대별 차이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오후 불량률이 오전보다 약 X%p 높음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3. 온도 영향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온도와 불량률 상관계수: 0.XX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85°C 이상에서 불량률 증가 경향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10차시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8: 종합 대시보드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한눈에 보는 분석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fig, axes = plt.subplots(2, 2, figsize=(12, 10))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1. 불량률 분포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2. 라인별 불량률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3. 온도 vs 불량률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4. 라인 x 시간대 히트맵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plt.suptitle('제조 품질 분석 대시보드')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plt.tight_layout()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plt.show()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10차시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EDA 결과 보고서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표준 형식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1. 분석 개요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데이터 설명, 분석 목적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2. 데이터 품질 확인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결측치, 이상치 현황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3. 주요 발견 사항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핵심 인사이트 (3~5개)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시각화 자료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4. 결론 및 권고사항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실행 가능한 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10차시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핵심 체크포인트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EDA 5단계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1단계: 데이터 개요 (shape, info, describe)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2단계: 단변량 분석 (분포, 이상치)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3단계: 이변량 분석 (상관관계, 그룹 비교)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4단계: 다변량 분석 (피벗, 히트맵)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5단계: 인사이트 도출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10차시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다음 차시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Part III 시작: 머신러닝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10차시: 머신러닝 소개와 문제 유형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머신러닝이란?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지도학습 vs 비지도학습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분류 vs 회귀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sklearn 모델링 흐름</a:t>
            </a:r>
          </a:p>
          <a:p>
            <a:pPr>
              <a:defRPr i="1" sz="1200">
                <a:solidFill>
                  <a:srgbClr val="000000"/>
                </a:solidFill>
              </a:defRPr>
            </a:pPr>
            <a:r>
              <a:t>Part II에서 익힌 데이터 분석 능력이 ML의 기초!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10차시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정리 및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오늘의 핵심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1. **EDA 5단계**: 개요 → 단변량 → 이변량 → 다변량 → 인사이트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2. **좋은 인사이트**: 구체적, 실행 가능, 데이터 기반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3. **체계적 접근**: 체크리스트 활용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Part II 완료!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4~9차시: 통계, 시각화, 전처리, EDA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다음 파트에서 본격적인 AI 모델링 시작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10차시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9차시: 제조 데이터 탐색 분석 종합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**Part II 완료! 수고하셨습니다!**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