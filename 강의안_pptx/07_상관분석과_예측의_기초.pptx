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77639" y="1371600"/>
            <a:ext cx="11887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E40AF"/>
                </a:solidFill>
              </a:defRPr>
            </a:pPr>
            <a:r>
              <a:t>상관분석과 예측의 기초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748B"/>
                </a:solidFill>
              </a:defRPr>
            </a:pPr>
            <a:r>
              <a:t>6차시 | Part II. 기초 수리와 데이터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학습목표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이 차시를 마치면 다음을 할 수 있습니다: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1. **상관계수**의 의미와 해석 방법을 이해한다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2. **단순선형회귀**의 개념과 원리를 이해한다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3. sklearn으로 **예측 모델**을 구현한다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상관분석이 필요한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제조 현장의 질문들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"온도가 높아지면 불량률도 높아지는가?"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"가동 시간과 생산량은 관련이 있는가?"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"습도가 품질에 영향을 주는가?"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상관분석 = 두 변수가 **함께 변하는 정도**를 수치화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상관계수 (Correlation Coefficient)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피어슨 상관계수 (r)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범위: **-1 ~ +1**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**+1에 가까움**: 강한 양의 상관 (함께 증가)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**-1에 가까움**: 강한 음의 상관 (반대로 변화)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**0에 가까움**: 상관 없음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r | 범위 | 해석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-|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0.0 ~ 0.3 | 약한 상관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0.3 ~ 0.7 | 중간 상관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0.7 ~ 1.0 | 강한 상관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상관계수 시각화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산점도와 상관계수의 관계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r = +0.9          r = -0.8          r = 0.1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(강한 양의)        (강한 음의)        (거의 없음)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●●              ●●               ● ●  ●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●●●              ●●●               ●●●●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●●●               ●●●              ● ●● ●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●●●                 ●●●             ●● ●●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●●                    ●●●            ●  ● ●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점들이 직선에 가깝게 모일수록 상관계수의 절대값이 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주의: 상관관계 ≠ 인과관계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상관이 있다고 원인-결과는 아님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예: 아이스크림 판매량 ↔ 익사 사고 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상관계수 높음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하지만 인과관계 없음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숨겨진 변수: 기온 (더운 날 둘 다 증가)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**상관분석은 관계의 존재만 알려줌**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원인은 별도 분석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선형회귀란?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변수 간 관계를 직선으로 표현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목적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1. 변수 간 **관계 파악**: X가 Y에 미치는 영향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2. **예측**: X 값으로 Y 값 예측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단순선형회귀 공식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Y = β₀ + β₁X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Y: 종속변수 (예측 대상, 예: 불량률)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X: 독립변수 (예측에 사용, 예: 온도)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β₀: 절편 (X=0일 때 Y값)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β₁: 기울기 (X가 1 증가할 때 Y 변화량)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최소제곱법 (OLS)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최적의 직선 찾기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목표: 오차의 제곱합을 최소화하는 β₀, β₁ 찾기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Σ(실제값 - 예측값)² → 최소화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예: 온도 85도에서 실제 불량률 2.5%, 예측 2.3%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→ 오차 = 0.2, 오차² = 0.04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→ 모든 데이터의 오차² 합을 최소화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sklearn이 자동으로 최적의 β₀, β₁을 찾아줌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R² (결정계수)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모델의 설명력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R² = 1 - (잔차제곱합 / 총제곱합)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범위: 0 ~ 1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1에 가까울수록 설명력 높음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의미: 독립변수가 종속변수 변동의 몇 %를 설명하는가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R² 값 | 해석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-|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0.9 이상 | 매우 좋음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0.7 ~ 0.9 | 좋음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0.5 ~ 0.7 | 보통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0.5 미만 | 낮음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이론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핵심 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상관분석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**상관계수**: -1 ~ +1 범위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**|r| &gt; 0.7**: 강한 상관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상관관계 ≠ 인과관계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선형회귀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**Y = β₀ + β₁X**: 직선으로 관계 표현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**R²**: 모델의 설명력 (1에 가까울수록 좋음)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**예측**: 새로운 X값으로 Y값 예측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77639" y="1371600"/>
            <a:ext cx="11887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40AF"/>
                </a:solidFill>
              </a:defRPr>
            </a:pPr>
            <a:r>
              <a:t>- 실습편 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상관분석과 선형회귀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실습 목표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상관계수 계산 및 해석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선형회귀 모델 학습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새로운 데이터로 예측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실습 환경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import numpy as np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import pandas as pd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import matplotlib.pyplot as plt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from sklearn.linear_model import LinearRegression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from sklearn.metrics import r2_score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plt.rcParams['font.family'] = 'Malgun Gothic'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plt.rcParams['axes.unicode_minus'] = False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1: 데이터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온도-불량률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np.random.seed(42)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온도 데이터 (섭씨)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temperature = np.array([75, 78, 80, 82, 85, 87, 90, 92, 95, 98])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불량률 (%, 온도와 양의 상관관계)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defect_rate = 1.5 + 0.05 * temperature + np.random.normal(0, 0.2, 10)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DataFrame 생성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 = pd.DataFrame({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'온도': temperature,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'불량률': defect_rate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})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2: 산점도 시각화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두 변수의 관계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plt.figure(figsize=(10, 6))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plt.scatter(df['온도'], df['불량률'], s=100, alpha=0.7)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plt.xlabel('온도 (도)')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plt.ylabel('불량률 (%)')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plt.title('온도와 불량률의 관계')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plt.grid(True, alpha=0.3)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plt.show()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점들이 오른쪽 위로 향하면 **양의 상관관계**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3: 상관계수 계산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numpy와 pandas 활용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numpy로 계산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r = np.corrcoef(df['온도'], df['불량률'])[0, 1]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print(f"상관계수 (numpy): {r:.4f}")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pandas로 계산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r_pandas = df['온도'].corr(df['불량률'])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print(f"상관계수 (pandas): {r_pandas:.4f}")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해석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if abs(r) &gt; 0.7: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strength = "강한"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elif abs(r) &gt; 0.3: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strength = "중간"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else: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strength = "약한"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direction = "양의" if r &gt; 0 else "음의"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print(f"해석: {strength} {direction} 상관관계")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4: 상관행렬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여러 변수 간 상관관계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추가 변수 생성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df['습도'] = 60 + np.random.normal(0, 5, 10)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df['생산량'] = 1200 - 5 * df['온도'] + np.random.normal(0, 20, 10)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상관행렬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corr_matrix = df.corr()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print("=== 상관행렬 ===")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print(corr_matrix.round(3))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5: 상관행렬 히트맵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시각화로 관계 파악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plt.figure(figsize=(8, 6))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plt.imshow(corr_matrix, cmap='coolwarm', aspect='auto',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vmin=-1, vmax=1)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plt.colorbar(label='상관계수')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레이블 추가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labels = corr_matrix.columns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plt.xticks(range(len(labels)), labels, rotation=45)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plt.yticks(range(len(labels)), labels)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값 표시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for i in range(len(labels)):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for j in range(len(labels)):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plt.text(j, i, f'{corr_matrix.iloc[i, j]:.2f}',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ha='center', va='center', fontsize=12)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plt.title('변수 간 상관관계 히트맵')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plt.tight_layout()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plt.show()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6: 선형회귀 모델 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sklearn으로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from sklearn.linear_model import LinearRegression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데이터 준비 (2D 배열로 변환)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X = df[['온도']].values  # 독립변수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y = df['불량률'].values   # 종속변수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모델 생성 및 학습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model = LinearRegression()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model.fit(X, y)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결과 확인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print("=== 회귀 분석 결과 ===")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print(f"절편 (β₀): {model.intercept_:.4f}")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print(f"기울기 (β₁): {model.coef_[0]:.4f}")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print(f"\n회귀식: 불량률 = {model.intercept_:.2f} + {model.coef_[0]:.4f} × 온도")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7: 회귀선 시각화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데이터와 예측선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plt.figure(figsize=(10, 6))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원본 데이터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plt.scatter(df['온도'], df['불량률'], s=100, alpha=0.7, label='실제 데이터')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회귀선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X_line = np.linspace(70, 100, 100).reshape(-1, 1)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y_line = model.predict(X_line)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plt.plot(X_line, y_line, 'r-', linewidth=2, label='회귀선')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plt.xlabel('온도 (도)')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plt.ylabel('불량률 (%)')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plt.title('온도와 불량률: 선형회귀')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plt.legend()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plt.grid(True, alpha=0.3)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plt.show()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8: 모델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R² 계산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from sklearn.metrics import r2_score, mean_squared_error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예측값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y_pred = model.predict(X)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R² (결정계수)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r2 = r2_score(y, y_pred)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RMSE (평균제곱근오차)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rmse = np.sqrt(mean_squared_error(y, y_pred))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print("=== 모델 평가 ===")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print(f"R² (결정계수): {r2:.4f}")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print(f"RMSE: {rmse:.4f}")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print(f"해석: 온도가 불량률 변동의 {r2*100:.1f}%를 설명합니다.")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9: 새로운 데이터 예측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실무 활용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새로운 온도에서 불량률 예측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new_temps = np.array([[85], [90], [95], [100]])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predictions = model.predict(new_temps)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print("=== 불량률 예측 ===")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for temp, pred in zip(new_temps.flatten(), predictions):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print(f"온도 {temp}도 → 예측 불량률: {pred:.2f}%")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목표 불량률을 위한 온도 역산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target_defect = 5.0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required_temp = (target_defect - model.intercept_) / model.coef_[0]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print(f"\n불량률 {target_defect}% 이하 유지를 위한 최대 온도: {required_temp:.1f}도")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10: 잔차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모델 가정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잔차 계산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residuals = y - y_pred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plt.figure(figsize=(10, 4))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잔차 플롯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plt.subplot(1, 2, 1)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plt.scatter(y_pred, residuals, alpha=0.7)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plt.axhline(y=0, color='r', linestyle='--')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plt.xlabel('예측값')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plt.ylabel('잔차')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plt.title('잔차 플롯')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잔차 히스토그램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plt.subplot(1, 2, 2)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plt.hist(residuals, bins=5, edgecolor='black', alpha=0.7)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plt.xlabel('잔차')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plt.ylabel('빈도')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plt.title('잔차 분포')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plt.tight_layout()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plt.show()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print(f"잔차 평균: {residuals.mean():.4f} (0에 가까워야 함)")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핵심 체크포인트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상관분석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np.corrcoef() 또는 df.corr()로 계산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|r| &gt; 0.7이면 강한 상관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상관관계 ≠ 인과관계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선형회귀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LinearRegression().fit(X, y)로 학습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model.predict()로 예측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R²로 모델 평가 (1에 가까울수록 좋음)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7차시: 제조 데이터 전처리 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학습 내용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결측치 탐지 및 처리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이상치 처리 방법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데이터 정규화와 표준화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준비물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오늘 배운 코드 복습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sklearn 설치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정리 및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오늘의 핵심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1. **상관계수**: 두 변수의 관계 강도 (-1 ~ +1)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2. **선형회귀**: Y = β₀ + β₁X로 관계 표현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3. **R²**: 모델의 설명력 (높을수록 좋음)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자주 하는 실수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X를 1차원 배열로 넣으면 에러 → 2D 배열로 변환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상관관계를 인과관계로 오해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R²만 보고 모델 평가 (잔차도 확인 필요)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6차시: 상관분석과 예측의 기초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**다음 시간에 데이터 전처리를 배워봅시다!**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