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제조 데이터 다루기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3차시 | Part I. AI 윤리와 환경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**NumPy 배열**의 개념과 기본 연산을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**Pandas DataFrame**으로 표 형태 데이터를 다룬다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**CSV 파일**을 불러오고 제조 데이터 탐색을 수행한다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왜 NumPy와 Pandas인가?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Python 기본 vs 데이터 분석 라이브러리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Python 리스트로 평균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production = [1200, 1150, 1300, 1180, 1250]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total = 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x in production: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total += x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average = total / len(production)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NumPy로 평균 계산 - 한 줄로 끝!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production = np.array([1200, 1150, 1300, 1180, 1250])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average = production.mean()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**속도**: NumPy는 Python 리스트보다 최대 **100배 빠름**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NumPy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NumPy = Numerical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특징 | 설명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다차원 배열 | ndarray 객체로 행렬 연산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벡터화 연산 | 반복문 없이 빠른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통계 함수 | mean, std, max, min 등 내장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과학 계산 | 선형대수, 푸리에 변환 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print(np.__version__)  # 버전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NumPy 배열과 연산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 데이터를 배열로 다루기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온도 센서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temperatures = np.array([82, 85, 88, 95, 84])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벡터화 연산 - 모든 요소에 자동 적용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temps_adjusted = temperatures - 32  # 보정값 적용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조건 필터링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high_temps = temperatures[temperatures &gt; 90]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print(high_temps)  # [95]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기본 통계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print(f"평균: {temperatures.mean():.1f}")  # 86.8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print(f"최대: {temperatures.max()}")        # 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NumPy 통계 함수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 데이터 기본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production = np.array([1200, 1150, 1300, 1180, 1250])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print(f"합계: {np.sum(production)}")        # 6080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print(f"평균: {np.mean(production)}")       # 1216.0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print(f"표준편차: {np.std(production):.2f}") # 53.45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print(f"최대값: {np.max(production)}")      # 1300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print(f"최소값: {np.min(production)}")      # 1150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한 줄 코드로 통계 계산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Pandas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표 형태 데이터의 표준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특징 | 설명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DataFrame | Excel처럼 행/열로 구성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파일 지원 | CSV, Excel, SQL 등 다양한 형식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데이터 조작 | 필터링, 정렬, 그룹화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통계 분석 | 기술통계, 집계 함수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print(pd.__version__)  # 버전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DataFrame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딕셔너리에서 DataFrame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data = 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"제품코드": ["SM-001", "SM-002", "SM-003"],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"생산량": [1200, 1150, 1300],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"불량수": [24, 35, 26],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"라인": [1, 2, 1]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pd.DataFrame(data)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제품코드  생산량  불량수  라인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  SM-001   1200     24    1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  SM-002   1150     35    2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  SM-003   1300     26  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CSV 파일과 데이터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가장 많이 사용하는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CSV 파일 읽기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pd.read_csv("production_data.csv", encoding="utf-8")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기본 탐색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df.head()      # 처음 5행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df.shape       # (행수, 열수)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df.info()      # 데이터 타입과 결측치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df.describe()  # 기본 통계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CSV 파일 저장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df.to_csv("output.csv", index=False)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NumPy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**배열(ndarray)**: 빠른 수치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**벡터화 연산**: 반복문 없이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**통계 함수**: mean, std, max, min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Pandas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**DataFrame**: 표 형태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**CSV 읽기/쓰기**: read_csv, to_csv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**데이터 탐색**: head, info, describe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센서 데이터와 품질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실습 목표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NumPy로 센서 데이터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Pandas로 CSV 파일 다루기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불량률 계산과 필터링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실습 환경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NumPy 배열 다루기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온도 센서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24시간 온도 측정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temperatures = np.array([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82, 84, 85, 87, 88, 90, 92, 95,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93, 91, 89, 86, 85, 84, 83, 82,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81, 80, 79, 80, 81, 82, 83, 84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기본 통계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print(f"평균 온도: {temperatures.mean():.1f}도")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print(f"최고 온도: {temperatures.max()}도")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print(f"최저 온도: {temperatures.min()}도")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경고 기준(90도) 초과 횟수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over_90 = temperatures[temperatures &gt; 90]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print(f"90도 초과: {len(over_90)}회")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DataFrame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생산 데이터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production_data = 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"날짜": ["2024-01-01", "2024-01-02", "2024-01-03",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"2024-01-04", "2024-01-05"],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"라인": [1, 2, 1, 2, 1],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"생산량": [1200, 1150, 1300, 1180, 1250],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"불량수": [24, 35, 26, 42, 25]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pd.DataFrame(production_data)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print(f"\n데이터 크기: {df.shape}")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불량률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새 열 추가하기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불량률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df["불량률"] = df["불량수"] / df["생산량"]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퍼센트로 표시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df["불량률_%"] = (df["불량률"] * 100).round(2)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print(df[["날짜", "생산량", "불량수", "불량률_%"]])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출력: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날짜  생산량  불량수  불량률_%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  2024-01-01   1200     24     2.00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  2024-01-02   1150     35     3.04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  2024-01-03   1300     26     2.00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  2024-01-04   1180     42     3.56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  2024-01-05   1250     25     2.00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조건 필터링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원하는 데이터만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불량률 3% 초과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high_defect = df[df["불량률"] &gt; 0.03]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불량률 3% 초과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print(high_defect)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1번 라인 데이터만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line1 = df[df["라인"] == 1]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print("\n=== 1번 라인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print(line1)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복합 조건: 1번 라인 AND 생산량 1200 이상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filtered = df[(df["라인"] == 1) &amp; (df["생산량"] &gt;= 1200)]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print("\n=== 1번 라인, 생산량 1200+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print(filtered)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5: 그룹별 집계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라인별 통계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라인별 평균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line_avg = df.groupby("라인")[["생산량", "불량률"]].mean()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라인별 평균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print(line_avg)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라인별 합계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line_sum = df.groupby("라인")["생산량"].sum()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print("\n=== 라인별 총 생산량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print(line_sum)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출력: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=== 라인별 평균 ===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생산량    불량률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라인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1   1250.0  0.020000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2   1165.0  0.033000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6: 종합 예제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일일 품질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전체 요약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40)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       일일 품질 리포트")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40)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print(f"총 생산량: {df['생산량'].sum():,}개")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print(f"총 불량수: {df['불량수'].sum():,}개")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print(f"평균 불량률: {df['불량률'].mean()*100:.2f}%")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최고/최저 라인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best_line = df.groupby("라인")["불량률"].mean().idxmin()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worst_line = df.groupby("라인")["불량률"].mean().idxmax()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print(f"\n최우수 라인: {best_line}번")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print(f"개선 필요 라인: {worst_line}번")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자주 하는 실수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주의할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1. 단일 열 vs 다중 열 선택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df["생산량"]      # Series 반환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df[["생산량"]]    # DataFrame 반환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2. 조건 연결에서 and/or 대신 &amp;/| 사용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df[(df["A"] &gt; 1) &amp; (df["B"] &lt; 2)]  # 정답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df[(df["A"] &gt; 1) and (df["B"] &lt; 2)]  # 에러!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3. 조건마다 괄호로 감싸기 필수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df[(조건1) &amp; (조건2)]  # 정답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df[조건1 &amp; 조건2]      # 에러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NumPy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np.array()로 배열 생성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통계 함수: mean, max, min, std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조건 필터링: arr[arr &gt; 값]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Pandas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pd.DataFrame()으로 테이블 생성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pd.read_csv()로 파일 읽기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df.head(), df.info(), df.describe()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df.groupby()로 그룹별 집계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4차시: 데이터 요약과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학습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Matplotlib으로 기본 그래프 그리기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히스토그램, 상자그림, 산점도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제조 데이터 시각화 실습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준비물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오늘 배운 코드 복습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NumPy, Pandas 설치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**NumPy**: 빠른 수치 계산, 통계 함수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**Pandas**: 표 데이터, CSV 파일, 그룹 집계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**실무 적용**: 불량률 계산, 라인별 분석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추가 학습 자료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Pandas 공식 문서: https://pandas.pydata.org/docs/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NumPy 공식 문서: https://numpy.org/doc/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03차시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3차시: 제조 데이터 다루기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**다음 시간에 데이터를 시각화해봅시다!**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