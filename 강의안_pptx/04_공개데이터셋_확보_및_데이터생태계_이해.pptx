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공개 데이터셋 확보 및 데이터 생태계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64748B"/>
                </a:solidFill>
              </a:defRPr>
            </a:pPr>
            <a:r>
              <a:t>4차시 | Part I. AI 윤리와 환경 구축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학습목표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이 차시를 마치면 다음을 할 수 있습니다: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1. **공개 데이터셋**의 종류와 특성을 파악한다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**AI 허브, Kaggle, UCI Repository** 등 주요 플랫폼을 활용한다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**데이터셋 다운로드** 및 기본 구조 확인 방법을 습득한다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오늘의 진행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이론 + 실습 (25-30분)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순서 | 내용 | 시간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1 | 데이터 생태계 개요 | 3분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 | 주요 데이터 플랫폼 소개 | 5분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 | 플랫폼별 활용 방법 | 7분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4 | 실습: 데이터셋 다운로드 | 15분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데이터 생태계란?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AI 학습에는 데이터가 필수!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┌─────────────────────────────────────────────────────┐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           AI 학습의 핵심 요소                     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├─────────────────────────────────────────────────────┤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                                                   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데이터 수집 → 전처리 → 모델 학습 → 평가           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    ↑                                              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가장 중요한 첫 단계!                               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│                                                      │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└─────────────────────────────────────────────────────┘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"데이터 없이는 AI도 없다"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공개 데이터의 종류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어디서 데이터를 구할 수 있을까?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유형 | 설명 |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**공공데이터** | 정부/공공기관 제공 | 공공데이터포털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**연구 데이터** | 학술 연구용 | UCI Repository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**경진대회 데이터** | AI 대회용 | Kaggle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**AI 학습용 데이터** | AI 모델 학습 전용 | AI 허브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**기업 데이터** | 기업 제공 오픈소스 | 제조사 공개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주요 데이터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1. 공공데이터포털 (data.go.kr)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대한민국 정부 공식 데이터 포털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**43만+ 데이터셋** 제공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API 키 발급으로 실시간 데이터 접근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제조업 관련 데이터 다수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주요 제조 데이터: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스마트공장 센서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제조업 통계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품질 검사 이력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주요 데이터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2. AI 허브 (aihub.or.kr)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한국지능정보사회진흥원(NIA) 운영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**AI 학습용 데이터** 전문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다양한 형태: 이미지, 텍스트, 음성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 분야 특화 데이터셋 보유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제조 AI 데이터셋: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제조 불량 이미지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설비 진동 센서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공정 품질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주요 데이터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3. Kaggle (kaggle.com)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세계 최대 데이터 과학 커뮤니티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**20만+ 데이터셋** 무료 제공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경진대회 및 노트북 공유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다양한 제조 데이터셋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Kaggle API로 데이터 다운로드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!kaggle datasets download -d dataset-name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주요 데이터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4. UCI ML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UC Irvine 대학 운영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**600+ 머신러닝 데이터셋**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학술 연구에 많이 활용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분류/회귀 벤치마크 데이터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ucimlrepo 라이브러리 활용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from ucimlrepo import fetch_ucirepo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dataset = fetch_ucirepo(id=53)  # Iris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제조 분야 추천 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실습에 활용할 수 있는 데이터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데이터셋 | 출처 | 활용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-|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|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품질 예측 데이터 | AI 허브 | 불량 분류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설비 센서 데이터 | 공공데이터포털 | 이상 탐지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반도체 공정 데이터 | Kaggle | 수율 예측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Steel Plates Faults | UCI | 결함 분류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977639" y="1371600"/>
            <a:ext cx="1188720" cy="4572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E40AF"/>
                </a:solidFill>
              </a:defRPr>
            </a:pPr>
            <a:r>
              <a:t>- 실습편 -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환경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필요 라이브러리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기본 라이브러리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requests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Kaggle API (선택)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pip install kaggle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UCI 데이터 (선택)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pip install ucimlrepo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1: 공공데이터포털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API 키 발급 및 데이터 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requests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API 키 (발급 후 사용)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API_KEY = "YOUR_API_KEY"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공공데이터 API 호출 예시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url = "https://api.odcloud.kr/api/..."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params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"serviceKey": API_KEY,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"page": 1,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"perPage": 10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response = requests.get(url, params=params)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 = response.json()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2: Kaggle 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데이터셋 검색 및 다운로드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방법 1: 웹에서 직접 다운로드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kaggle.com → Datasets → 검색 → Download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방법 2: Kaggle API 사용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1. kaggle.com에서 API 토큰 발급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~/.kaggle/kaggle.json에 저장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명령어로 다운로드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!kaggle datasets download -d uciml/iris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다운로드 후 로드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pd.read_csv('iris.csv')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print(df.head())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print(df.info())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3: UCI 데이터셋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ucimlrepo 라이브러리 활용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from ucimlrepo import fetch_ucirepo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Iris 데이터셋 (ID: 53)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iris = fetch_ucirepo(id=53)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특성(X)과 타겟(y) 분리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X = iris.data.features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y = iris.data.targets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print("특성 데이터:")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print(X.head())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print("\n메타데이터:")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print(iris.metadata)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실습 4: 제조 데이터 로드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실습용 제조 데이터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import pandas as pd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샘플 제조 데이터 생성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data = {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'temperature': [85, 87, 92, 88, 90],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'humidity': [50, 52, 55, 48, 51],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'speed': [100, 102, 98, 105, 101],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'pressure': [1.0, 1.1, 0.9, 1.05, 0.95],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'defect': [0, 0, 1, 0, 1]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}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df = pd.DataFrame(data)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print("\n기술통계:")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print(df.describe())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데이터 구조 확인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데이터를 받으면 확인할 것들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# 1. 데이터 크기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print(df.shape)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2. 컬럼 정보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print(df.columns)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3. 데이터 타입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print(df.dtypes)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4. 결측치 확인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print(df.isnull().sum())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# 5. 기본 통계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print(df.describe())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핵심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4차시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1. **공개 데이터 생태계**: 공공, 연구, 경진대회, AI 학습용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2. **주요 플랫폼 4가지**: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공공데이터포털: 정부 공식, API 제공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AI 허브: AI 학습 전문, 제조 특화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Kaggle: 글로벌, 경진대회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UCI: 학술 벤치마크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3. **데이터 확인**: shape, columns, dtypes, isnull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5차시: 기초 기술통계량과 탐색적 시각화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• 평균, 중앙값, 표준편차 이해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Matplotlib으로 그래프 그리기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• 히스토그램, 상자그림 해석</a:t>
            </a:r>
          </a:p>
          <a:p>
            <a:pPr>
              <a:defRPr i="1" sz="1200">
                <a:solidFill>
                  <a:srgbClr val="000000"/>
                </a:solidFill>
              </a:defRPr>
            </a:pPr>
            <a:r>
              <a:t>데이터를 확보했으니, 이제 분석을 시작합니다!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3716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제조 AI 과정 | 04차시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40A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05840"/>
            <a:ext cx="8595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563EB"/>
                </a:solidFill>
              </a:defRPr>
            </a:pPr>
            <a:r>
              <a:t>4차시: 공개 데이터셋 확보 및 데이터 생태계 이해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8595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**제조데이터를 활용한 AI 이해와 예측 모델 구축**</a:t>
            </a:r>
          </a:p>
          <a:p>
            <a:pPr>
              <a:defRPr sz="1200">
                <a:solidFill>
                  <a:srgbClr val="000000"/>
                </a:solidFill>
              </a:defRPr>
            </a:pPr>
            <a:r>
              <a:t>수고하셨습니다!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제조데이터를 활용한 AI 이해와 예측 모델 구축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