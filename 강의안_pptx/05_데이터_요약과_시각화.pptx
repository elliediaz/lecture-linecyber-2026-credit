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데이터 요약과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4차시 | Part II. 기초 수리와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**기술통계량**(평균, 중앙값, 표준편차)의 의미를 이해한다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**Matplotlib**으로 기본 그래프를 그린다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**히스토그램, 상자그림, 산점도**를 해석한다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왜 시각화가 중요한가?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숫자만으로는 부족합니다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데이터셋 A, B, C, D: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평균: 모두 동일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분산: 모두 동일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상관계수: 모두 동일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하지만 그래프로 보면? → 완전히 다른 패턴!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**교훈**: 숫자만 보지 말고, **반드시 그래프로 확인**하자!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기술통계량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데이터를 요약하는 숫자들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구분 | 통계량 | 설명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중심 | 평균 (Mean) | 모든 값의 합 / 개수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중심 | 중앙값 (Median) | 정렬 후 가운데 값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퍼짐 | 표준편차 (Std) | 평균으로부터 얼마나 퍼져있나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범위 | 최대/최소 | 데이터의 경계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data = np.array([1200, 1150, 1300, 1180, 1250])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print(f"평균: {np.mean(data)}, 표준편차: {np.std(data):.1f}")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평균 vs 중앙값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언제 뭘 써야 할까?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데이터: [100, 100, 100, 100, 100, 100, 100, 100, 100, 1000]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평균: 190 (이상치에 영향 받음!)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중앙값: 100 (이상치에 강건함)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가이드라인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**평균**: 데이터가 정규분포에 가까울 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**중앙값**: 이상치(극단값)가 있을 때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제조 데이터는 이상치가 많으므로 **중앙값도 함께 확인**!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표준편차의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품질 일관성의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라인 A: [1190, 1200, 1195, 1205, 1210] → 표준편차: 7.1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라인 B: [1000, 1100, 1200, 1300, 1400] → 표준편차: 141.4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두 라인 모두 평균 = 1200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라인 | 표준편차 |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 | 7.1 | 생산량 일관됨 (안정적)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B | 141.4 | 생산량 불안정 (관리 필요)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표준편차가 작을수록 **품질이 일관**됩니다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Matplotlib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Python의 표준 시각화 라이브러리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한글 폰트 설정 (Windows)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plt.rcParams['font.family'] = 'Malgun Gothic'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plt.rcParams['axes.unicode_minus'] = False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기본 그래프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 = [1, 2, 3, 4, 5]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 = [1200, 1150, 1300, 1180, 1250]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plt.plot(x, y)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plt.xlabel("일차")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plt.ylabel("생산량")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plt.title("일별 생산량")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그래프 종류 선택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목적에 맞는 그래프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목적 | 그래프 종류 |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분포 확인 | 히스토그램 | 생산량 분포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이상치 탐지 | 상자그림 | 라인별 품질 비교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두 변수 관계 | 산점도 | 온도 vs 불량률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시간 변화 | 선 그래프 | 일별 생산량 추이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범주 비교 | 막대 그래프 | 라인별 평균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기술통계량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**평균/중앙값**: 데이터의 중심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**표준편차**: 데이터의 퍼짐 (품질 일관성)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Matplotlib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**히스토그램**: 분포 형태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**상자그림**: 이상치와 범위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**산점도**: 두 변수의 관계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생산 데이터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히스토그램으로 분포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상자그림으로 라인별 비교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산점도로 온도-불량률 관계 분석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plt.rcParams['font.family'] = 'Malgun Gothic'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plt.rcParams['axes.unicode_minus']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데이터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샘플 데이터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np.random.seed(42)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 = 100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pd.DataFrame({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'생산량': np.random.normal(1200, 50,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'불량수': np.random.poisson(30,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'온도': np.random.normal(85, 5,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'라인': np.random.choice([1, 2, 3], 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df['불량률'] = df['불량수'] / df['생산량']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print(df.head())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print(df.describe())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히스토그램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생산량 분포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plt.hist(df['생산량'],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평균선 추가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mean_val = df['생산량'].mean()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plt.axvline(mean_val, color='red', linestyle='--',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label=f'평균: {mean_val:.0f}')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plt.ylabel('빈도')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plt.title('생산량 분포')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plt.legend()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종 모양(정규분포)인지, 한쪽으로 치우쳤는지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상자그림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라인별 생산량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라인별 데이터 분리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line1 = df[df['라인'] == 1]['생산량']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line2 = df[df['라인'] == 2]['생산량']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line3 = df[df['라인'] == 3]['생산량']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plt.figure(figsize=(8,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plt.boxplot([line1, line2, line3],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labels=['라인1', '라인2', '라인3'])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plt.title('라인별 생산량 분포')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상자 바깥의 점(o)은 이상치입니다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상자그림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5가지 요약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o  ← 이상치 (outlier)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┬  ← 최대값 (Q3 + 1.5×IQR 이내)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┌──┴──┐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  │ ← Q3 (75%)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│──┼──│ ← 중앙값 (50%)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  │ ← Q1 (25%)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└──┬──┘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┴  ← 최소값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IQR = Q3 - Q1 (사분위 범위)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산점도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온도와 불량률의 관계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plt.scatter(df['온도'], df['불량률'], alpha=0.5, c='steelblue')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plt.xlabel('온도 (도)')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plt.ylabel('불량률')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plt.title('온도와 불량률의 관계')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추세선 추가 (선택)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z = np.polyfit(df['온도'], df['불량률'], 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 = np.poly1d(z)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plt.plot(df['온도'].sort_values(), p(df['온도'].sort_values()),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"r--", alpha=0.8, label='추세선')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plt.legend()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선 그래프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일별 생산량 추이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일별 데이터 생성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dates = pd.date_range('2024-01-01', periods=30)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daily_production = np.random.normal(1200, 50, 30)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plt.figure(figsize=(12,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plt.plot(dates, daily_production, marker='o', linestyle='-')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plt.xlabel('날짜')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plt.title('일별 생산량 추이')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plt.xticks(rotation=45)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6: 여러 그래프 한 번에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4분할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fig, axes = plt.subplots(2, 2, figsize=(12, 10))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좌상: 히스토그램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0].hist(df['생산량'], bins=20, edgecolor='black')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0].set_title('생산량 분포')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우상: 상자그림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1].boxplot([line1, line2, line3])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1].set_title('라인별 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좌하: 산점도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0].scatter(df['온도'], df['불량률'], alpha=0.5)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0].set_title('온도 vs 불량률')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우하: 막대 그래프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line_avg = df.groupby('라인')['생산량'].mean()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1].bar(line_avg.index, line_avg.values)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1].set_title('라인별 평균 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7: 그래프 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파일로 내보내기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그래프 그리기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6))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plt.hist(df['생산량'], bins=20, edgecolor='black')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plt.title('생산량 분포')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파일 저장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plt.savefig('production_hist.png', dpi=300, bbox_inches='tight')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print("그래프가 저장되었습니다.")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`dpi=300`: 고해상도 (보고서/문서용)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`bbox_inches='tight'`: 여백 자동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시각화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좋은 그래프를 위한 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항목 | 권장사항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제목/레이블 | 반드시 포함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색상 | 3~4개 이내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폰트 크기 | 읽기 쉽게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범례 | 명확하게 표시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해상도 | 보고서용 300dpi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그래프는 **한눈에 메시지 전달**이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기술통계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describe()로 기본 통계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평균과 중앙값 비교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시각화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plt.hist()로 분포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plt.boxplot()으로 이상치 탐지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plt.scatter()로 상관관계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plt.savefig()로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5차시: 확률분포와 품질 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정규분포의 개념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확률분포와 품질 관리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가설검정 기초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오늘 배운 코드 복습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자신의 데이터로 시각화 연습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**기술통계**: 평균, 중앙값, 표준편차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**시각화**: 히스토그램, 상자그림, 산점도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**해석**: 분포, 이상치, 상관관계 파악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자주 하는 실수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`plt.show()` 호출 잊음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한글 깨짐 → 폰트 설정 필요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그래프 겹침 → `plt.figure()` 새로 호출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05차시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4차시: 데이터 요약과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확률분포를 배워봅시다!**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