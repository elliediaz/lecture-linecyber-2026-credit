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Python 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2차시 | Part I. AI 윤리와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**Anaconda와 Jupyter Notebook**을 설치하고 실행한다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**Python 기본 데이터 종류**(숫자, 문자, 목록 등)를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**조건문과 반복문**으로 간단한 프로그램을 작성한다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Python인가?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AI 개발의 표준 언어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장점 | 설명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쉬운 문법 | 영어처럼 읽히는 직관적 코드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풍부한 라이브러리 | NumPy, Pandas, TensorFlow 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거대한 커뮤니티 | 검색하면 답이 바로 나옴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빠른 개발 | 아이디어를 빠르게 구현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**Python은 AI/데이터 분석 분야에서 90% 이상 사용**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개발 환경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Anaconda 추천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일반 Python | Anaconda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패키지 충돌 문제 | 데이터 과학 패키지 포함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환경 관리 어려움 | 가상환경으로 프로젝트 분리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수동 설치 필요 | Jupyter Notebook 기본 포함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설치 방법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https://www.anaconda.com/download 접속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Windows 64-bit 버전 다운로드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설치 파일 실행 (약 10분 소요)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Jupyter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코드 작성과 실행을 한 곳에서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[File] [Edit] [View] [Cell]             │ ← 메뉴바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In [1]: print("제조 AI 시작!")          │ ← 코드 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제조 AI 시작!                           │ ← 출력 결과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핵심 단축키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`Shift + Enter`: 셀 실행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`Esc + A`: 위에 새 셀 추가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`Esc + B`: 아래에 새 셀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Python 기본 데이터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5가지 핵심 자료형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1. 정수 (int) - 생산량, 개수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production_count = 1000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실수 (float) - 온도,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 = 85.7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문자열 (str) - 제품명, 상태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status = "정상"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4. 리스트 (list) - 여러 데이터 모음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daily_temp = [82, 85, 88, 84]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5. 딕셔너리 (dict) - 이름표 붙은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sensor = {"온도": 85, "습도": 45}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숫자 다루기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정수(int)와 실수(float)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제조 현장 데이터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 = 1200       # 일 생산량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defect_rate = 0.025     # 불량률 2.5%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 = 85.7      # 공정 온도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기본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total = production * 5          # 5일 생산량: 6000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defect_count = production * defect_rate  # 불량 수: 30.0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출력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print(f"5일 총 생산량: {total}개")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print(f"예상 불량 수: {defect_count}개")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문자열 다루기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텍스트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기본 문자열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product_name = "센서 모듈 A"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line_id = "LINE-01"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문자열 연결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full_name = product_name + " / " + line_id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f-string으로 데이터 삽입 (매우 중요!)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 = 85.7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rate = 0.025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message = f"온도: {temp}도, 불량률: {rate:.1%}"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결과: "온도: 85.7도, 불량률: 2.5%"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리스트 (목록)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여러 데이터를 순서대로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일주일 생산량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weekly_production = [1200, 1150, 1300, 1180, 1250]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값 접근 (0번부터 시작!)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first_day = weekly_production[0]    # 1200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last_day = weekly_production[-1]    # 1250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값 추가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weekly_production.append(1280)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기본 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total = sum(weekly_production)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average = total / len(weekly_production)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딕셔너리 (사전)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이름표를 붙여 데이터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센서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sensor_data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"온도": 85.2,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"압력": 101.3,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"습도": 45,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"상태": "정상"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값 접근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 = sensor_data["온도"]        # 85.2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status = sensor_data["상태"]      # "정상"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값 추가/수정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sensor_data["진동"] = 0.42        # 새 항목 추가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sensor_data["온도"] = 86.0        # 값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Python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Anaconda로 패키지 관리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Jupyter Notebook으로 코드 실행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5가지 자료형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**정수/실수**: 숫자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**문자열**: 텍스트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**리스트**: 순서 있는 데이터 모음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**딕셔너리**: 이름표 있는 데이터 모음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현장 데이터 다루기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Jupyter Notebook에서 Python 코드 실행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 데이터를 변수에 저장하고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조건문과 반복문으로 데이터 처리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Jupyter Notebook 실행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jupyter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변수와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생산량 데이터 다루기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센서 측정값 입력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 = 85.2      # 온도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pressure = 101.3        # 압력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humidity = 45           # 습도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계산 예시: 일 생산량과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daily_production = 1200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defect_rate = 0.025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불량 수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defect_count = daily_production * defect_rate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good_count = daily_production - defect_count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print(f"일 생산량: {daily_production}개")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print(f"양품: {good_count}개, 불량: {defect_count}개")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조건문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품질 등급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불량률에 따른 품질 등급 판정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defect_rate = 0.025  # 2.5%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defect_rate &lt;= 0.01: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grade = "A"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message = "우수"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elif defect_rate &lt;= 0.03: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grade = "B"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message = "양호"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elif defect_rate &lt;= 0.05: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grade = "C"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message = "주의"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else: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grade = "D"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message = "개선 필요"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print(f"품질 등급: {grade} ({message})")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반복문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센서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온도 측정값 (1시간 간격)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temperatures = [82, 85, 88, 95, 84, 91, 86]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threshold = 90  # 경고 기준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온도 모니터링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i, temp in enumerate(temperatures):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temp &gt; threshold: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print(f"[경고] {i+1}시: {temp}도 - 기준 초과!")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else: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print(f"[정상] {i+1}시: {temp}도")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평균 온도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average = sum(temperatures) / len(temperatures)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print(f"\n평균 온도: {average:.1f}도")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딕셔너리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설비 상태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설비별 센서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equipment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"EQ-001": {"온도": 82, "진동": 0.3, "상태": "정상"},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"EQ-002": {"온도": 91, "진동": 0.8, "상태": "주의"},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"EQ-003": {"온도": 85, "진동": 0.4, "상태": "정상"}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설비별 상태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설비 상태 점검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eq_id, data in equipment.items():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 = data["온도"]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status = data["상태"]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print(f"{eq_id}: 온도 {temp}도, 상태 {status}")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종합 예제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일일 품질 보고서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일일 생산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production_data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"라인": "LINE-01",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"생산량": 1200,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"양품": 1170,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"불량": 30,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"평균온도": 85.2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불량률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defect_rate = production_data["불량"] / production_data["생산량"]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보고서 출력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40)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       일일 품질 보고서")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40)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print(f"라인: {production_data['라인']}")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print(f"생산량: {production_data['생산량']}개")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print(f"양품률: {(1-defect_rate)*100:.1f}%")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print(f"불량률: {defect_rate*100:.1f}%")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자주 하는 실수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주의할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1. 들여쓰기 오류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True: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print("에러!")  # IndentationError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콜론(:) 누락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True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print("에러!")  # SyntaxError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= vs == 혼동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x = 10:   # 할당 (에러)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x == 10:  # 비교 (정답)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4. 인덱스 범위 초과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 = [1, 2, 3]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print(data[3])  # IndexError (0, 1, 2만 존재)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환경 설정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Anaconda 설치 완료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Jupyter Notebook 실행 확인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Python 기초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변수에 데이터 저장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조건문으로 분기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반복문으로 여러 데이터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딕셔너리로 구조화된 데이터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3차시: 제조 데이터 다루기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**NumPy**: 수치 계산의 핵심 도구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**Pandas**: 표 형태 데이터 다루기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CSV 파일 불러오기 및 기본 조작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Anaconda 설치 완료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오늘 실습 코드 복습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**환경 설정**: Anaconda + Jupyter Notebook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**자료형**: 정수, 실수, 문자열, 리스트, 딕셔너리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**제어문**: if 조건문, for 반복문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문제 해결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설치 오류: 관리자 권한으로 실행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한글 깨짐: UTF-8 인코딩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2차시: Python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제조 데이터를 다뤄봅시다!**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