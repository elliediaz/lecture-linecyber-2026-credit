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AI 활용 윤리와 데이터 보호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1차시 | Part I. AI 윤리와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**AI를 올바르게 사용하기 위한 기본 원칙**을 설명한다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**제조 현장의 데이터 보안 사고 유형**과 예방법을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**AI가 만든 결과물의 저작권 문제**를 파악한다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과정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제조데이터를 활용한 AI 예측 모델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문제정의 → 데이터분석 → 모델링 → 평가 → 서비스화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Part | 차시 |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 | 1~3 | AI 윤리와 환경 구축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II | 4~9 | 기초 수리와 데이터 분석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III | 10~19 | 문제 중심 모델링 실습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IV | 20~26 | AI 서비스화와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AI 윤리가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현장의 AI 활용 확대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영역 | AI 활용 사례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품질 관리 | 불량품 자동 검출, 품질 예측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설비 관리 | 고장 예측, 예지 정비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공정 최적화 | 최적 파라미터 설정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수요 예측 | 생산 계획 수립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**문제**: AI가 잘못된 판단을 하면 어떻게 될까요?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 윤리 4대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1. 공정성 (Fairness)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AI 시스템은 **모든 사용자를 공평하게** 대우해야 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특정 그룹에 불리한 결과를 내면 안 됨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품질 검사 AI가 A라인 제품만 더 엄격하게 판정한다면?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A라인 작업자에게 부당한 불이익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학습 데이터의 편향이 원인일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 윤리 4대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2. 투명성 (Transparency)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AI의 **의사결정 과정이 설명 가능**해야 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"왜 이런 결과가 나왔는지" 알 수 있어야 함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불량 판정 AI: "이 제품은 불량입니다"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작업자: "왜요? 어디가 문제인가요?"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좋은 AI: "표면 스크래치가 0.5mm 이상 검출되어 불량입니다"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 윤리 4대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3. 책임성 (Accountability)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AI 시스템의 결과에 대한 **책임 주체가 명확**해야 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문제 발생 시 대응 체계 필요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질문: AI가 잘못 판단해서 불량품이 출하되었다면?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후보 | 책임 여부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AI 개발사 | 모델 오류 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도입 기업 | 운영 관리 책임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담당자 | 검증 미흡 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 윤리 4대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4. 안전성 / 프라이버시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개인정보 및 기업 비밀 **보호 의무**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수집/저장/활용 시 동의 필요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작업자 동작 분석 AI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개인 행동 패턴 수집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동의 없이 인사 평가에 활용?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심각한 프라이버시 침해!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제조업 데이터 보안 사고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실제 발생한 사례들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연도 | 기업 | 사고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 | S전자 | ChatGPT에 반도체 코드 입력 → 외부 유출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2022 | L에너지 | 배터리 핵심 기술 유출 시도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2021 | H자동차 | 협력사 경유 설계 도면 유출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공통 원인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내부자에 의한 유출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외부 AI 서비스 무분별 사용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보안 인식 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데이터 보안 3가지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영역 | 보호 대상 | 핵심 조치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개인정보 | 작업자 정보, 연락처 | 비식별화, 동의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기업 비밀 | 공정 데이터, 파라미터 | 암호화, 접근 제한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접근 권한 | 시스템 전체 | 최소 권한 원칙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외부 AI 서비스 사용 시 주의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ChatGPT, Claude 등에 기업 데이터 입력 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외부 서버로 전송됨 → 기밀 유출 위험!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반드시 사내 승인 도구만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 배운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1. AI 윤리 4대 원칙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**공정성**: 편향 없는 판단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**투명성**: 설명 가능한 AI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**책임성**: 명확한 책임 주체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**안전성**: 개인정보/기업비밀 보호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2. 데이터 보안 3대 영역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개인정보 보호 / 기업 비밀 보호 / 접근 권한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AI 프로젝트 윤리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AI 프로젝트 시작 전 윤리 체크리스트 작성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보안 위험 요소 식별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시나리오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상황: 스마트공장에 품질 예측 AI 도입 검토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목표: 센서 데이터로 불량 발생 사전 예측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데이터: 온도, 압력, 진동, 습도 센서값 + 품질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윤리 체크리스트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AI 프로젝트 윤리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공정성 점검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학습 데이터에 특정 라인/시간대 편향이 없는가?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모든 생산 조건에서 공평하게 예측하는가?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투명성 점검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예측 결과의 근거를 설명할 수 있는가?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작업자가 결과를 이해할 수 있는가?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책임성 점검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AI 오류 시 책임자가 지정되어 있는가?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수동 점검 프로세스가 있는가?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데이터 보안 위험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데이터별 보안 등급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데이터 유형 | 보안 등급 | 처리 방안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센서 측정값 (온도, 압력) | 중 | 익명화 후 분석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품질 검사 결과 | 중 | 접근 권한 제한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설비 파라미터 | 상 | 암호화 저장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작업자 정보 | 상 | 비식별화 필수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고객사 정보 | 최고 | 분리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외부 AI 서비스 사용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사용 가능/불가능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안전한 사용 (O)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일반적인 Python 문법 질문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공개된 알고리즘 설명 요청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오픈소스 라이브러리 사용법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위험한 사용 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실제 센서 데이터 입력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품질 기준 파라미터 공유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설비 운영 코드 검토 요청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고객사 관련 정보 언급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윤리 점검 문서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프로젝트 윤리 점검서 양식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## AI 프로젝트 윤리 점검서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1. 프로젝트 개요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프로젝트명: 스마트공장 품질 예측 AI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목적: 불량 발생 사전 예측으로 품질 향상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사용 데이터: 센서 측정값, 품질 결과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2. 윤리 점검 결과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공정성: O / 투명성: 주의 / 책임성: O / 안전성: O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3. 식별된 위험 및 대응 방안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위험: 특정 설비 데이터 편향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대응: 전체 설비 균등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AI 프로젝트 시작 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윤리 4원칙 점검 완료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데이터 보안 등급 분류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책임자 지정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데이터 활용 시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개인정보 비식별화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기업 비밀 보호 조치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접근 권한 설정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외부 서비스 사용 시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사내 승인 도구인지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기밀 데이터 입력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2차시: Python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Anaconda와 Jupyter Notebook 설치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Python 기본 문법 (변수, 조건문, 반복문)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첫 번째 Python 프로그램 작성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개인 PC (Windows 10 이상 권장)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인터넷 연결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**AI 윤리 4원칙**: 공정성, 투명성, 책임성, 안전성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**데이터 보안**: 개인정보, 기업비밀, 접근권한 관리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**실무 적용**: 체크리스트로 프로젝트 시작 전 점검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추가 학습 자료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인공지능 윤리기준 (과학기술정보통신부)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개인정보보호법 해설서 (개인정보보호위원회)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1차시: AI 활용 윤리와 데이터 보호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Python으로 만나요!**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