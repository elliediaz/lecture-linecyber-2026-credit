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제조 데이터 전처리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8차시 | Part II. 기초 수리와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**스케일링**(정규화, 표준화)의 필요성을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**범주형 데이터**를 인코딩하는 방법을 적용한다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sklearn의 **전처리 도구**를 활용한다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왜 스케일링이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변수 간 스케일 차이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온도: 80 ~ 100 (범위 20)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생산량: 1000 ~ 1500 (범위 500)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습도: 40 ~ 80 (범위 40)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문제점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스케일이 큰 변수가 모델에 과도한 영향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거리 기반 알고리즘(KNN 등)에서 왜곡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경사하강법 수렴 속도 저하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표준화 (Standardization)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Z-score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StandardScaler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scaler = StandardScaler()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X_scaled = scaler.fit_transform(X)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결과: 평균 0, 표준편차 1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특징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**평균 = 0, 표준편차 = 1**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대부분의 ML 알고리즘에 적합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이상치에 다소 민감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정규화 (Min-Max Scaling)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0~1 범위로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MinMaxScaler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scaler = MinMaxScaler()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X_scaled = scaler.fit_transform(X)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결과: 0 ~ 1 범위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특징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**범위: [0, 1]**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원래 분포 형태 유지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신경망에서 주로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스케일링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상황별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방법 | 결과 | 사용 시점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StandardScaler | 평균0, 표준편차1 | 일반적인 ML 모델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MinMaxScaler | [0, 1] | 신경망, 이미지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RobustScaler | 중앙값 기준 | 이상치가 많을 때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대부분의 경우 **StandardScaler**를 먼저 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범주형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숫자가 아닌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라인: ['A', 'B', 'C']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등급: ['상', '중', '하']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불량유형: ['스크래치', '찍힘', '변색']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문제점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대부분의 ML 모델은 **숫자만 입력 가능**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범주를 숫자로 변환해야 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레이블 인코딩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순서가 있는 범주에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LabelEncoder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le = LabelEncoder()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df['등급_숫자'] = le.fit_transform(df['등급'])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상 → 0, 중 → 1, 하 → 2 (알파벳순)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주의점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숫자 크기에 의미가 생김 (0 &lt; 1 &lt; 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트리 기반 모델에서는 괜찮음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선형 모델에서는 원-핫 인코딩 권장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원-핫 인코딩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순서가 없는 범주에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pandas 방법 (간편)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df_encoded = pd.get_dummies(df, columns=['라인'])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sklearn 방법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OneHotEncoder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encoder = OneHotEncoder(sparse_output=False)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encoded = encoder.fit_transform(df[['라인']])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결과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라인_A  라인_B  라인_C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1      0      0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0      1      0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인코딩 선택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 유형별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데이터 유형 | 권장 방법 |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순서 있는 범주 | 레이블 인코딩 | 등급(상/중/하)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순서 없는 범주 | 원-핫 인코딩 | 라인(A/B/C)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고유값 많음 | 타겟/빈도 인코딩 | 제품코드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스케일링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**StandardScaler**: 평균 0, 표준편차 1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**MinMaxScaler**: 0~1 범위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인코딩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**LabelEncoder**: 순서 있는 범주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**OneHotEncoder / get_dummies**: 순서 없는 범주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주의사항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학습 데이터로 fit, 테스트 데이터는 transform만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전처리 도구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StandardScaler, MinMaxScaler 적용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LabelEncoder, OneHotEncoder 적용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전처리 전후 데이터 비교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StandardScaler, MinMaxScaler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LabelEncoder, OneHotEncoder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plt.rcParams['font.family'] = 'Malgun Gothic'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plt.rcParams['axes.unicode_minus']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데이터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샘플 데이터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np.random.seed(42)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 = 100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pd.DataFrame({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'온도': np.random.normal(85, 5,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'생산량': np.random.normal(1200, 50,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'습도': np.random.normal(60, 10,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'라인': np.random.choice(['A', 'B', 'C'],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'등급': np.random.choice(['상', '중', '하'], 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print(df.head())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print(df.describe())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스케일 차이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변수별 범위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print("=== 변수별 범위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col in ['온도', '생산량', '습도']: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print(f"{col}: {df[col].min():.1f} ~ {df[col].max():.1f}")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       범위: {df[col].max() - df[col].min():.1f}")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생산량의 범위가 다른 변수보다 훨씬 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표준화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StandardScaler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StandardScaler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수치형 열 선택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numeric_cols = ['온도', '생산량', '습도']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 = df[numeric_cols].values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표준화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scaler_std = StandardScaler()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X_std = scaler_std.fit_transform(X)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DataFrame으로 변환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df_std = pd.DataFrame(X_std, columns=numeric_cols)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표준화 후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print(df_std.describe().round(2))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정규화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MinMaxScaler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MinMaxScaler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정규화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scaler_mm = MinMaxScaler()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X_mm = scaler_mm.fit_transform(X)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DataFrame으로 변환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df_mm = pd.DataFrame(X_mm, columns=numeric_cols)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정규화 후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print(df_mm.describe().round(2))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스케일링 비교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전/후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fig, axes = plt.subplots(3, 3, figsize=(12, 10))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i, col in enumerate(numeric_cols):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원본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axes[i, 0].hist(df[col],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axes[i, 0].set_title(f'{col} (원본)')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표준화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axes[i, 1].hist(df_std[col],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axes[i, 1].set_title(f'{col} (표준화)')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정규화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axes[i, 2].hist(df_mm[col],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axes[i, 2].set_title(f'{col} (정규화)')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6: 레이블 인코딩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등급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LabelEncoder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le = LabelEncoder()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df['등급_숫자'] = le.fit_transform(df['등급'])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레이블 인코딩 결과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print(df[['등급', '등급_숫자']].drop_duplicates().sort_values('등급_숫자'))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클래스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print(f"\n클래스: {le.classes_}")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7: 원-핫 인코딩 (pandas)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get_dummies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pandas 방법 (간편)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df_onehot = pd.get_dummies(df, columns=['라인'], prefix='라인')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원-핫 인코딩 결과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print(df_onehot[['라인_A', '라인_B', '라인_C']].head(10))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print(f"\n열 목록: {df_onehot.columns.tolist()}")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8: 원-핫 인코딩 (sklearn)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OneHotEncoder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sklearn.preprocessing import OneHotEncoder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encoder = OneHotEncoder(sparse_output=False)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line_encoded = encoder.fit_transform(df[['라인']])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열 이름 생성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feature_names = encoder.get_feature_names_out(['라인'])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df_line_enc = pd.DataFrame(line_encoded, columns=feature_names)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sklearn OneHotEncoder 결과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print(df_line_enc.head())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print(f"\n카테고리: {encoder.categories_}")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9: 종합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수치형 + 범주형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최종 데이터프레임 구성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df_final = pd.DataFrame()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수치형: 표준화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df_final[['온도_std', '생산량_std', '습도_std']] = df_std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범주형: 원-핫 인코딩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df_final = pd.concat([df_final, df_onehot[['라인_A', '라인_B', '라인_C']]], axis=1)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등급: 레이블 인코딩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df_final['등급'] = df['등급_숫자']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최종 전처리 데이터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print(df_final.head())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print(f"\n열 수: {len(df_final.columns)}")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10: 역변환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원래 값으로 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표준화 역변환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X_original = scaler_std.inverse_transform(X_std)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df_restored = pd.DataFrame(X_original, columns=numeric_cols)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역변환 결과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print("원본:")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print(df[numeric_cols].head(3).round(2))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print("\n복원:")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print(df_restored.head(3).round(2))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모델 예측 후 원래 스케일로 복원할 때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스케일링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StandardScaler().fit_transform(X)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MinMaxScaler().fit_transform(X)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역변환: scaler.inverse_transform()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인코딩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LabelEncoder().fit_transform() (순서 있음)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pd.get_dummies() 또는 OneHotEncoder() (순서 없음)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9차시: 제조 데이터 탐색 분석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EDA 전체 워크플로우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데이터 이해부터 인사이트 도출까지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제조 데이터 종합 분석 실습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1~8차시 내용 복습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실습 데이터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**스케일링**: StandardScaler(표준화), MinMaxScaler(정규화)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**인코딩**: LabelEncoder(순서O), OneHotEncoder(순서X)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**주의**: fit은 학습 데이터만, 테스트는 transform만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자주 하는 실수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테스트 데이터에도 fit 적용 (데이터 누수)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원-핫 인코딩 후 다중공선성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09차시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8차시: 제조 데이터 전처리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EDA 종합을 배워봅시다!**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