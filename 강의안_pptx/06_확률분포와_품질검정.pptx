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77639" y="1371600"/>
            <a:ext cx="11887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E40AF"/>
                </a:solidFill>
              </a:defRPr>
            </a:pPr>
            <a:r>
              <a:t>확률분포와 품질 검정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748B"/>
                </a:solidFill>
              </a:defRPr>
            </a:pPr>
            <a:r>
              <a:t>5차시 | Part II. 기초 수리와 데이터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학습목표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이 차시를 마치면 다음을 할 수 있습니다: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1. **정규분포**의 개념과 68-95-99.7 규칙을 이해한다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2. **Z-score**를 활용하여 이상치를 탐지한다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3. **t-검정**으로 두 그룹의 차이를 검정한다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왜 확률분포를 알아야 하는가?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제조 현장의 질문들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"이 측정값이 정상 범위인가?"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"두 라인의 품질 차이가 실제로 있는가?"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"이 생산량이 이상치인가?"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확률분포를 이해하면 **데이터 기반 의사결정**이 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정규분포 (Normal Distribution)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가장 중요한 확률분포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특성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평균을 중심으로 **대칭인 종 모양**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평균에서 멀어질수록 확률 감소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대부분의 자연현상과 제조 데이터가 정규분포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평균(μ) = 데이터의 중심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표준편차(σ) = 데이터의 퍼짐 정도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68-95-99.7 규칙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표준편차와 데이터 분포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← 99.7% (±3σ) →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←── 95% (±2σ) ──→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←─ 68% (±1σ) ─→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▄▄▄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▄█████▄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▄█████████▄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▄▄███████████████▄▄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━━━━━━━━━━━━━━━━━━━━━━━━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μ-3σ μ-2σ μ-σ  μ  μ+σ μ+2σ μ+3σ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평균 ±3σ 밖의 데이터는 **0.3%** 미만 (이상치 의심)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정규분포 활용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품질 관리 기준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생산량이 정규분포 N(1200, 50²)를 따를 때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평균(μ) = 1200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표준편차(σ) = 50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68%: 1150 ~ 1250 범위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95%: 1100 ~ 1300 범위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99.7%: 1050 ~ 1350 범위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관리 기준 예시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1050 미만 또는 1350 초과 → 이상치!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Z-score (표준점수)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이상치 탐지의 핵심 도구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Z-score = (관측값 - 평균) / 표준편차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Z-score 해석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Z-score 범위 | 의미 | 조치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-|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\ | z\ | ≤ 1 | 정상 (68%) | -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1 &lt; \ | z\ | ≤ 2 | 주의 (27%) | 모니터링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 &lt; \ | z\ | ≤ 3 | 경고 (4.3%) | 점검 필요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\ | z\ | &gt; 3 | 이상치 (0.3%) | 즉시 조사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Z-score 계산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생산량 이상치 탐지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import numpy as np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일주일 생산량 데이터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production = np.array([1200, 1180, 1210, 1195, 1400, 1205, 1190])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mean = np.mean(production)  # 1225.7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std = np.std(production)    # 70.8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Z-score 계산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z_scores = (production - mean) / std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[−0.36, −0.65, −0.22, −0.43, 2.46, −0.29, −0.50]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이상치 탐지 (|z| &gt; 2)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outliers = production[np.abs(z_scores) &gt; 2]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[1400] → 5일차 생산량이 이상치!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가설검정 기초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데이터로 의사결정하기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제조 현장의 질문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"새 공정이 불량률을 줄였을까?"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가설 설정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귀무가설(H₀): 차이가 없다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→ "새 공정은 불량률에 영향 없음"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대립가설(H₁): 차이가 있다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→ "새 공정은 불량률을 줄임"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p-value란?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관측 결과가 우연일 확률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p-value = 귀무가설이 참일 때,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관측된 차이가 우연히 나타날 확률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판단 기준 (유의수준 α = 0.05)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**p &lt; 0.05**: 통계적으로 유의미 → 차이가 있다!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**p ≥ 0.05**: 유의미하지 않음 → 차이 없다고 볼 수 없음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p-value가 작을수록 차이가 "진짜"일 가능성 높음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t-검정 (t-test)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두 그룹의 평균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from scipy import stats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라인 A와 라인 B의 불량률 (%)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line_a = [2.1, 2.3, 2.0, 2.2, 2.4]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line_b = [2.8, 3.0, 2.7, 2.9, 3.1]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독립표본 t-검정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t_stat, p_value = stats.ttest_ind(line_a, line_b)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print(f"t-통계량: {t_stat:.3f}")  # -6.708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print(f"p-value: {p_value:.4f}")  # 0.0001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p &lt; 0.05이므로 두 라인의 불량률 차이는 **유의미**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이론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핵심 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정규분포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**68-95-99.7 규칙**: 표준편차로 데이터 분포 파악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**품질 기준**: 평균 ±3σ 벗어나면 이상치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품질 검정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**Z-score**: 개별 값의 이상 여부 판단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**t-검정**: 두 그룹 평균의 차이 검정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**p-value &lt; 0.05**: 통계적으로 유의미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77639" y="1371600"/>
            <a:ext cx="11887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40AF"/>
                </a:solidFill>
              </a:defRPr>
            </a:pPr>
            <a:r>
              <a:t>- 실습편 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정규분포와 품질 검정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실습 목표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정규분포 시각화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Z-score로 이상치 탐지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t-검정으로 라인 비교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실습 환경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import numpy as np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import pandas as pd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import matplotlib.pyplot as plt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from scipy import stats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plt.rcParams['font.family'] = 'Malgun Gothic'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plt.rcParams['axes.unicode_minus'] = False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1: 정규분포 시각화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생산량 분포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np.random.seed(42)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정규분포 데이터 생성 (평균=1200, 표준편차=50)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production = np.random.normal(1200, 50, 1000)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plt.figure(figsize=(10, 6))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plt.hist(production, bins=30, edgecolor='black', alpha=0.7)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plt.axvline(1200, color='red', linestyle='--', label='평균')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plt.axvline(1200-50, color='orange', linestyle=':', label='-1σ')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plt.axvline(1200+50, color='orange', linestyle=':',label='+1σ')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plt.xlabel('생산량')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plt.ylabel('빈도')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plt.title('생산량 정규분포 (μ=1200, σ=50)')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plt.legend()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plt.show()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2: 68-95-99.7 규칙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범위별 데이터 비율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mean = np.mean(production)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std = np.std(production)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각 범위의 데이터 비율 계산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within_1std = np.sum((production &gt;= mean - std) &amp;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(production &lt;= mean + std)) / len(production)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within_2std = np.sum((production &gt;= mean - 2*std) &amp;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(production &lt;= mean + 2*std)) / len(production)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within_3std = np.sum((production &gt;= mean - 3*std) &amp;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(production &lt;= mean + 3*std)) / len(production)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print(f"±1σ 범위: {within_1std:.1%}")  # 약 68%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print(f"±2σ 범위: {within_2std:.1%}")  # 약 95%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print(f"±3σ 범위: {within_3std:.1%}")  # 약 99.7%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3: Z-score 이상치 탐지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일주일 생산 데이터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실제 생산 데이터 (하나의 이상치 포함)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daily_production = np.array([1185, 1210, 1195, 1180, 1420, 1200, 1190])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days = ['월', '화', '수', '목', '금', '토', '일']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Z-score 계산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mean = daily_production.mean()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std = daily_production.std()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z_scores = (daily_production - mean) / std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결과 출력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for day, prod, z in zip(days, daily_production, z_scores):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status = "이상치!" if abs(z) &gt; 2 else "정상"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print(f"{day}: {prod}개 (Z={z:.2f}) - {status}")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4: 이상치 시각화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Z-score 기준 색상 표시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plt.figure(figsize=(10, 6))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colors = ['red' if abs(z) &gt; 2 else 'steelblue' for z in z_scores]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bars = plt.bar(days, daily_production, color=colors, edgecolor='black')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plt.axhline(mean, color='green', linestyle='--', label=f'평균: {mean:.0f}')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plt.axhline(mean + 2*std, color='orange', linestyle=':', label='+2σ')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plt.axhline(mean - 2*std, color='orange', linestyle=':', label='-2σ')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plt.xlabel('요일')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plt.ylabel('생산량')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plt.title('일별 생산량과 이상치 탐지')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plt.legend()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plt.show()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빨간 막대가 이상치 (Z-score &gt;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5: 라인별 데이터 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t-검정을 위한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np.random.seed(123)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라인 A: 평균 불량률 2.2%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line_a_defect = np.random.normal(2.2, 0.3, 30)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라인 B: 평균 불량률 2.8%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line_b_defect = np.random.normal(2.8, 0.35, 30)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print("=== 라인별 불량률 통계 ===")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print(f"라인 A: 평균 {line_a_defect.mean():.2f}%, 표준편차 {line_a_defect.std():.2f}")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print(f"라인 B: 평균 {line_b_defect.mean():.2f}%, 표준편차 {line_b_defect.std():.2f}")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6: t-검정 수행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두 라인의 불량률 차이 검정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from scipy import stats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독립표본 t-검정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t_stat, p_value = stats.ttest_ind(line_a_defect, line_b_defect)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print("=== t-검정 결과 ===")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print(f"t-통계량: {t_stat:.3f}")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print(f"p-value: {p_value:.6f}")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if p_value &lt; 0.05: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print("결론: 두 라인의 불량률 차이가 통계적으로 유의미합니다.")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      → 라인 B의 품질 개선이 필요합니다.")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else: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print("결론: 두 라인의 불량률 차이가 유의미하지 않습니다.")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7: 검정 결과 시각화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라인별 불량률 분포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plt.figure(figsize=(10, 6))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plt.boxplot([line_a_defect, line_b_defect],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labels=['라인 A', '라인 B'])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plt.ylabel('불량률 (%)')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plt.title(f'라인별 불량률 비교 (p-value: {p_value:.4f})')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유의성 표시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if p_value &lt; 0.05: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plt.annotate('* 유의미한 차이', xy=(1.5, max(line_b_defect)),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fontsize=12, color='red', ha='center')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plt.show()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8: 종합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품질 관리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print("=" * 50)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           품질 관리 분석 리포트")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print("=" * 50)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이상치 현황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outlier_count = np.sum(np.abs(z_scores) &gt; 2)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print(f"\n[이상치 탐지 결과]")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print(f"분석 기간: 7일")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print(f"이상치 발생: {outlier_count}건")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라인 비교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print(f"\n[라인별 품질 비교]")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print(f"라인 A 평균 불량률: {line_a_defect.mean():.2f}%")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print(f"라인 B 평균 불량률: {line_b_defect.mean():.2f}%")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print(f"차이 유의성: {'있음' if p_value &lt; 0.05 else '없음'} (p={p_value:.4f})")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print("=" * 50)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핵심 체크포인트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정규분포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68-95-99.7 규칙으로 범위 파악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히스토그램으로 분포 시각화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Z-score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(값 - 평균) / 표준편차로 계산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|Z| &gt; 2면 이상치 의심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t-검정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stats.ttest_ind()로 두 그룹 비교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p &lt; 0.05면 차이가 유의미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6차시: 상관분석과 예측의 기초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학습 내용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상관계수의 의미와 해석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두 변수 간의 관계 분석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단순선형회귀 소개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준비물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오늘 배운 코드 복습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scipy, matplotlib 설치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정리 및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오늘의 핵심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1. **정규분포**: 68-95-99.7 규칙으로 품질 기준 설정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2. **Z-score**: 개별 데이터의 이상 여부 판단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3. **t-검정**: 두 그룹 간 차이의 통계적 유의성 검정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자주 하는 실수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표본 크기가 너무 작으면 t-검정 결과 신뢰도 낮음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p-value는 "효과의 크기"가 아닌 "우연의 확률"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5차시: 확률분포와 품질 검정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**다음 시간에 상관분석을 배워봅시다!**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